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講者備註：確認 release gate。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會議結論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r>
                        <a:t>項目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狀態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Parser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完成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待驗證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2000-01-01T00:00:00Z</dcterms:created>
  <dcterms:modified xsi:type="dcterms:W3CDTF">2000-01-01T00:00:00Z</dcterms:modified>
  <cp:category/>
</cp:coreProperties>
</file>