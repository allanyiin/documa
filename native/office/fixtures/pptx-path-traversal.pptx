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example.invalid/slid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圖片與連結</a:t>
            </a:r>
          </a:p>
        </p:txBody>
      </p:sp>
      <p:pic>
        <p:nvPicPr>
          <p:cNvPr id="3" name="Picture 2" descr=".fixtur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4" name="Rectangle 3">
            <a:hlinkClick r:id="rId3"/>
          </p:cNvPr>
          <p:cNvSpPr/>
          <p:nvPr/>
        </p:nvSpPr>
        <p:spPr>
          <a:xfrm>
            <a:off x="1828800" y="1371600"/>
            <a:ext cx="182880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外部參考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../escape.xml><?xml version="1.0" encoding="utf-8"?>
<escape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