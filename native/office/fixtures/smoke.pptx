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講者備註：下一階段接入 Documa。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產品路線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支援 Rust-first Office parsing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3657600"/>
          <a:ext cx="4572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286000"/>
              </a:tblGrid>
              <a:tr h="548640">
                <a:tc>
                  <a:txBody>
                    <a:bodyPr/>
                    <a:lstStyle/>
                    <a:p>
                      <a:r>
                        <a:t>格式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狀態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PPTX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已解析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2000-01-01T00:00:00Z</dcterms:created>
  <dcterms:modified xsi:type="dcterms:W3CDTF">2000-01-01T00:00:00Z</dcterms:modified>
  <cp:category/>
</cp:coreProperties>
</file>