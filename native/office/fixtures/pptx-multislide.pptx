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第一張投影片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摘要與範圍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第二張投影片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決策與後續行動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第三張投影片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附錄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2000-01-01T00:00:00Z</dcterms:created>
  <dcterms:modified xsi:type="dcterms:W3CDTF">2000-01-01T00:00:00Z</dcterms:modified>
  <cp:category/>
</cp:coreProperties>
</file>